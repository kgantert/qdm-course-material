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86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9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38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Science of Monetary Policy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1901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Keynesian Perspective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450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Clarida, Galí &amp; Gertler (1999)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4462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Dynamic Macroeconomics  ·  Discussion Session  ·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1371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Motivation, Research Question and Goals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2679192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389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1792224"/>
            <a:ext cx="2679192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865376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agreement: monetary policy matters for real activity</a:t>
            </a:r>
            <a:endParaRPr lang="en-US" sz="1400" dirty="0"/>
          </a:p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tools: DSGE meets nominal rigidities</a:t>
            </a:r>
            <a:endParaRPr lang="en-US" sz="1400" dirty="0"/>
          </a:p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model-specific results have limited use for policy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679192" cy="3566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389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00400" y="1792224"/>
            <a:ext cx="2679192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865376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 central bank do, and why?</a:t>
            </a:r>
            <a:endParaRPr lang="en-US" sz="1400" dirty="0"/>
          </a:p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robust normative principles be derived from theory?</a:t>
            </a:r>
            <a:endParaRPr lang="en-US" sz="1400" dirty="0"/>
          </a:p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they square with actual CB behaviour?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16752" y="1298448"/>
            <a:ext cx="2679192" cy="35661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4768" y="1389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16752" y="1792224"/>
            <a:ext cx="2679192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44768" y="1865376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optimal policy under discretion &amp; commitment</a:t>
            </a:r>
            <a:endParaRPr lang="en-US" sz="1400" dirty="0"/>
          </a:p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when simple Taylor-type rules approximate optimality</a:t>
            </a:r>
            <a:endParaRPr lang="en-US" sz="1400" dirty="0"/>
          </a:p>
          <a:p>
            <a:pPr marL="114300" indent="-1143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historical policy failures and their consequences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nominal price rigidities are the key friction · results hold across the NK class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NK FRAMEWORK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has two core equations and a policy objective.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economic forces drive each of them, and why does the choice of gap variables — rather than levels — matter so much for monetary policy?
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1371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NK Framework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416052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38988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IS Curve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" y="1700784"/>
            <a:ext cx="39410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xₜ = −φ[iₜ − Eₜπₜ₊₁] + Eₜxₜ₊₁ + gₜ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27448" y="1298448"/>
            <a:ext cx="397764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37176" y="13898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NK Phillips Curve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37176" y="1700784"/>
            <a:ext cx="3758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πₜ = λxₜ + βEₜπₜ₊₁ + uₜ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852928"/>
            <a:ext cx="2651760" cy="2057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Variables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4048" y="3310128"/>
            <a:ext cx="2651760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" y="3383280"/>
            <a:ext cx="2395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= yₜ − zₜ: deviation from flexible-price benchmark</a:t>
            </a:r>
            <a:endParaRPr lang="en-US" sz="1400" dirty="0"/>
          </a:p>
          <a:p>
            <a:pPr marL="114300" indent="-1143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boom with no output gap → no policy response needed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18688" y="2852928"/>
            <a:ext cx="2651760" cy="2057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46704" y="294436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Forward-Looking Structure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18688" y="3310128"/>
            <a:ext cx="2651760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46704" y="3383280"/>
            <a:ext cx="2395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equations depend on expectations of the future</a:t>
            </a:r>
            <a:endParaRPr lang="en-US" sz="1400" dirty="0"/>
          </a:p>
          <a:p>
            <a:pPr marL="114300" indent="-1143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future rates matter as much as current rates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53328" y="2852928"/>
            <a:ext cx="2651760" cy="2057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81344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Objective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53328" y="3310128"/>
            <a:ext cx="2651760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81344" y="3383280"/>
            <a:ext cx="2395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α·xₜ² + πₜ²  (α structural, rises with stickiness)</a:t>
            </a:r>
            <a:endParaRPr lang="en-US" sz="1400" dirty="0"/>
          </a:p>
          <a:p>
            <a:pPr marL="114300" indent="-1143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Instrument: nominal interest rate — no LM curve needed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POLICY WITHOUT COMMITMENT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optimal monetary policy look like under discretion?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When does a trade-off between inflation and output stabilisation arise?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What does the Taylor principle require, and why does violating it matter?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How does optimal response differ across demand, supply, and cost-push shocks?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1371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Policy without Commitment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416052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38988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Optimality Condition (Lean Against the Wind)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1700784"/>
            <a:ext cx="3941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xₜ = −(λ/α)πₜ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27448" y="1298448"/>
            <a:ext cx="3977640" cy="1325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37176" y="13898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Taylor Principle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7176" y="1700784"/>
            <a:ext cx="375818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iₜ = γπ·Eₜπₜ₊₁ + (1/φ)gₜ    γπ &gt;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" y="27249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exists only with cost-push shocks. Without them: divine coincidence holds — both targets can be hit simultaneously. Gradual return to target is optimal in general; immediate targeting only if α = 0 or no cost-push shocks.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4048" y="3273552"/>
            <a:ext cx="2715768" cy="166420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" y="33649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Shocks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" y="36393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Fully offset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" y="393192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gap stabilises both π and x simultaneously. No trade-off.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36976" y="3273552"/>
            <a:ext cx="2715768" cy="1664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46704" y="33649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Shocks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46704" y="36393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Fully accommodate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46704" y="393192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output rises; demand offsets exactly. No rate response needed.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9904" y="3273552"/>
            <a:ext cx="2715768" cy="1664208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99632" y="33649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Cost-Push Shocks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99632" y="36393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Balance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9632" y="393192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π requires contracting output. Trade-off is unavoidable.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AND COMMITMENT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committing to a policy rule improve outcomes — and why is this true even when the central bank has no desire to push output above its natural level?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What is the inflation bias under discretion, and how can it be resolved?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How does commitment lower welfare cost of reducing inflation even with k = 0?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1371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Credibility and Commitment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416052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38988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Inflation Bias (k &gt; 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1700784"/>
            <a:ext cx="3941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πₜᵏ = πₜ + (α/λ)·k    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permanently higher π, no output gain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1298448"/>
            <a:ext cx="3977640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37176" y="13898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Committed Weight on Inflation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7176" y="1700784"/>
            <a:ext cx="3758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αᶜ = α(1 − βρ)  &lt;  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697480"/>
            <a:ext cx="8321040" cy="9372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" y="2788920"/>
            <a:ext cx="810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Unconstrained Optimum: Difference Rule  (vs. level rule under discretion)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" y="3099816"/>
            <a:ext cx="8101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xₜ₊ᵢ − xₜ₊ᵢ₋₁ = −(λ/α)·πₜ₊ᵢ    for i ≥ 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771900"/>
            <a:ext cx="4160520" cy="11658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3840480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Rogoff Solution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" y="4146804"/>
            <a:ext cx="4160520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" y="4238244"/>
            <a:ext cx="390448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central banker with lower α — reduces bias; but extremist raises output volatility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27448" y="3771900"/>
            <a:ext cx="3977640" cy="1165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55464" y="3841022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 (k = 0)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27448" y="4146727"/>
            <a:ext cx="3977640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55464" y="4238244"/>
            <a:ext cx="372160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PC: credible future toughness ↓ current π at lower output cost; replicable by conservative CB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RULES IN PRACTICE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does the Taylor rule capture optimal monetary policy, and what does the historical evidence tell us about the consequences of getting the policy rule wrong?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What do the pre-Volcker and post-1979 estimated rules tell us?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Why is Taylor principle a stability condition, not just a normative prescription?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What practical complications — imperfect information, model uncertainty, financial markets — explain why central banks smooth interest rates?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5 &amp; 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1371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SECTIONS 5 &amp;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Rules in Practice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4005072" cy="22677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Forward-Looking Taylor Rule (US Fed)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γ_π &lt; 1 pre-Volcker violates the Taylor principle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6916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691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691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16916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" y="1947672"/>
            <a:ext cx="3749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" y="2002536"/>
            <a:ext cx="3749040" cy="566928"/>
          </a:xfrm>
          <a:prstGeom prst="rect">
            <a:avLst/>
          </a:prstGeom>
          <a:solidFill>
            <a:srgbClr val="CC2936">
              <a:alpha val="25000"/>
            </a:srgbClr>
          </a:solidFill>
          <a:ln w="12700">
            <a:solidFill>
              <a:srgbClr val="CC293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03911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Pre-Volcker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(1960–79)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03911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0.83*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03911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203911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" y="2715768"/>
            <a:ext cx="3749040" cy="566928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" y="275234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Volcker–Greenspan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(1979–96)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275234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2.15*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275234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275234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4133088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0016" y="1247536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Taylor Rule &amp; Indeterminacy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1576720"/>
            <a:ext cx="4133088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0016" y="1640728"/>
            <a:ext cx="3877056" cy="58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γ_π &gt; 1 required: nominal rate must raise the real rate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γ_π ≤ 1 → self-fulfilling inflation spirals (pre-Volcker)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2404872"/>
            <a:ext cx="4133088" cy="11155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0016" y="2409444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Regime Shift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2715768"/>
            <a:ext cx="4133088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0016" y="2779776"/>
            <a:ext cx="38770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Volcker shift to γ_π = 2.15 → implicit inflation targeting → Great Moderation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explanations exist; regime shift is leading factor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3602736"/>
            <a:ext cx="4133088" cy="14173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0016" y="3602736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Complications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0" y="3908440"/>
            <a:ext cx="4133088" cy="228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0016" y="3973068"/>
            <a:ext cx="3877056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info: target forecasts, not current realisations (lags of 6–18 months)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uncertainty → Brainard caution → smoother rates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 disruption risk → further smoothing (ρ ≈ 0.8–0.9)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 of Monetary Policy: What We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27432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1664208"/>
            <a:ext cx="384048" cy="38404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Gaps, not Levels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" y="2103120"/>
            <a:ext cx="3822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output gap and inflation gap. A supply boom with no output gap needs no policy response.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36192"/>
            <a:ext cx="41148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82312" y="1664208"/>
            <a:ext cx="384048" cy="38404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66420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Against the Wind — Carefully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9744" y="2103120"/>
            <a:ext cx="3822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principle (γ_π &gt; 1) necessary for stability. Offset demand, accommodate supply, balance cost-push.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1148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" y="3328416"/>
            <a:ext cx="384048" cy="38404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2841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Commitment Pays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" y="3767328"/>
            <a:ext cx="3822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dominate discretion even with k = 0. Credible future toughness lowers current inflation at lower output cost.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41148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82312" y="3328416"/>
            <a:ext cx="384048" cy="38404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82312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332841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Rules Work — In Practice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9744" y="3767328"/>
            <a:ext cx="3822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rule approximates optimality. Volcker shift explains the Great Moderation. In practice: target forecasts, smooth cautiously.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1371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7 · EXTENSIONS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Future: Alternative Rules and Open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Target Rules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targeting: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consistent with optimal policy; nominal anchor; encodes commitment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level targeting: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overshoots must be reversed → future deflation; measurement error triggers unnecessary contractions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GDP targeting: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equal weights on π and Δy not optimal; no precise nominal anchor with trend 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Agenda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69164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persistence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critical for the sacrifice ratio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economy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exchange rate, coordination, foreign shocks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lower bound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reducing real rates when nominal rate hits zero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smoothing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still not fully explained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stability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crisis response, market disruption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sector learning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transition to new policy regimes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4407408"/>
            <a:ext cx="83210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" y="448056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1999, each of these questions has generated an enormous literature. The zero lower bound, financial frictions, and inflation persistence remain active frontiers — the starting point for a research master or PhD in monetary economics.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1189</Words>
  <Application>Microsoft Macintosh PowerPoint</Application>
  <PresentationFormat>On-screen Show (16:9)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CGG 1999 Discussion</dc:title>
  <dc:subject>PptxGenJS Presentation</dc:subject>
  <dc:creator>Konstantin Gantert</dc:creator>
  <cp:lastModifiedBy>Konstantin Gantert</cp:lastModifiedBy>
  <cp:revision>15</cp:revision>
  <dcterms:created xsi:type="dcterms:W3CDTF">2026-04-13T21:29:27Z</dcterms:created>
  <dcterms:modified xsi:type="dcterms:W3CDTF">2026-04-14T15:36:09Z</dcterms:modified>
</cp:coreProperties>
</file>